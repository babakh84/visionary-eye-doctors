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32" d="100"/>
          <a:sy n="32" d="100"/>
        </p:scale>
        <p:origin x="66" y="19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F4D59-1077-B830-569E-95BFECA1C4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9CEB14-64F1-B86D-E6E6-8061378042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212051-40E3-5ED9-D667-D47975D454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8E84C-F87F-45EC-8C33-FFE456B7EAD0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109514-99B4-77FA-9E2D-2DCC8E0305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9D2FBE-FA2D-B3F5-320E-9B8DFB0939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D5602D-A92A-4D03-8B98-659383021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7220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BAD431-4364-4231-7A27-2D816F72B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9C04C8-F73D-88F5-624B-5612127C62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3403D9-FAAC-CFD9-AB89-999A18DF48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8E84C-F87F-45EC-8C33-FFE456B7EAD0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447AEA-258C-77C2-6C3F-36FEF3723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C61A74-83C6-AB34-7EB6-4C0902A32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D5602D-A92A-4D03-8B98-659383021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0362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2A7BF-A621-430F-9A5E-69C2B98AF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428DA4-133C-CC89-00CB-FCB81EC1C1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A457D8-A046-D557-286F-73B01C50F7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8E84C-F87F-45EC-8C33-FFE456B7EAD0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E42439-C9C5-B977-FE3E-AB87D6821D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EA0A41-9661-AEC1-B072-908F756096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D5602D-A92A-4D03-8B98-659383021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4414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E81CC-AB95-FA6B-5D3E-DD1095863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201B5F-3160-479C-C608-8D72057A0A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1B56F6-5571-5F86-EEAF-4273ECE198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B81049-B9D5-3E38-1770-8871E79F4F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8E84C-F87F-45EC-8C33-FFE456B7EAD0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312B35-6B2A-F38E-C03B-FB76E67D1B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C877B8-8EEE-37C6-C157-A26554EDA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D5602D-A92A-4D03-8B98-659383021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3953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E5E1CF-C847-7D97-4A1E-FF13F69D9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EBE720-3850-FF51-8922-40F7C9C965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CE4A8B-3B17-68BA-43BD-5538942A5F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D95FD4-4F45-31DE-2363-1C559E4E96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96BD3D0-FDE3-DB77-A929-2186F44C5B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156CA74-0144-7401-8F5A-E2BC7D3B88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8E84C-F87F-45EC-8C33-FFE456B7EAD0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5FC2F9B-EBE2-16FA-F3DD-818F20E42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56D77E3-F973-8813-E636-3391E866C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D5602D-A92A-4D03-8B98-659383021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081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46AFF-ECB8-6EE8-DAA8-24058F1E0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9D5A96-0B4D-AD4A-03CA-D7374A9735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8E84C-F87F-45EC-8C33-FFE456B7EAD0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AA1671-1943-BED2-35DF-AF97A17FC7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68DAB6-A80F-1168-0EDE-83484059A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D5602D-A92A-4D03-8B98-659383021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45609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55A130B-AF8D-C1CC-1ECF-596D15502A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8E84C-F87F-45EC-8C33-FFE456B7EAD0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0CEA9A6-E8B3-0B24-B895-4119338E0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9EC8DB-D6AD-969A-D3BF-92E150ACAF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D5602D-A92A-4D03-8B98-659383021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47872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AFBF6-A687-341E-566D-9B7DEAD4D8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36F4E1-8D06-D413-A401-0E8676F86A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EC6F64-5819-04B2-62D2-269E918108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027F36-9CF5-CA0D-C03C-2A4BE93F4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8E84C-F87F-45EC-8C33-FFE456B7EAD0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5C76E2-CAB3-D7C3-CEFE-50D185D91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B098E1-DCE6-1068-1643-72ADC879A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D5602D-A92A-4D03-8B98-659383021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0958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724C9A-24C7-D27B-2EE5-EFA0874DB1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CF9480E-0BE6-FAB2-0601-B69CDFBD32E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7ABF24-24A3-F8CC-3A47-A8A8FCD2A9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712C86-E3B9-B2D4-24A6-9D14735FB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8E84C-F87F-45EC-8C33-FFE456B7EAD0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75A8EC-DE99-39BB-C5C8-6B262876FB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9C7887-1DA5-694D-E600-9E58AE6CB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D5602D-A92A-4D03-8B98-659383021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29658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D503FC-01AF-9662-EE4A-762AE7124A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5FF61B-B1CB-0B23-DFA1-70BEF7FB71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CC7E44-45A8-7F8D-EAC5-E0D48C5AED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8E84C-F87F-45EC-8C33-FFE456B7EAD0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F28A55-ABEA-65A4-3752-E07B11D65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D90A3F-D4B1-D9B9-4D20-FB3B4B440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D5602D-A92A-4D03-8B98-659383021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41680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6DF2487-3DD0-080C-FD7C-FCFBD4C281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CF89320-00CA-E748-DC0D-77BBDC0B5B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9287CB-2299-581D-0A02-4C299F21BA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8E84C-F87F-45EC-8C33-FFE456B7EAD0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B5CFC0-4C23-8D27-B171-020B08CFA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76730A-8120-CFF0-F130-1162227C6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D5602D-A92A-4D03-8B98-659383021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4994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03A8BF5-BA6D-4161-EC0F-3BA8A19CD1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AE6963-7753-9E26-634B-FABDF288CB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6F77A7-473A-5BCE-E9EE-674D9EF1995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838E84C-F87F-45EC-8C33-FFE456B7EAD0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2CCFFA-5F24-1B76-D68C-5CB9936E47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9A290E-562B-45BB-3801-5B4831AF02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D5602D-A92A-4D03-8B98-659383021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27937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1F6CF-64CF-43CD-0D75-E156F52E93A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47067D-2502-1A50-3023-FCC4C11F705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39973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Babak Hosseini</dc:creator>
  <cp:lastModifiedBy>Babak Hosseini</cp:lastModifiedBy>
  <cp:revision>1</cp:revision>
  <dcterms:created xsi:type="dcterms:W3CDTF">2025-12-18T17:37:42Z</dcterms:created>
  <dcterms:modified xsi:type="dcterms:W3CDTF">2025-12-18T17:38:40Z</dcterms:modified>
</cp:coreProperties>
</file>